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InterviewPilot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AI-powered interview practice for students</a:t>
            </a:r>
          </a:p>
          <a:p>
            <a:pPr>
              <a:spcAft>
                <a:spcPts val="800"/>
              </a:spcAft>
              <a:defRPr sz="1800"/>
            </a:pPr>
            <a:r>
              <a:t>MVP + real-user validation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[Your name] • 2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Target user: college students / fresh graduates preparing for interviews.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Problem hypothesis:</a:t>
            </a:r>
          </a:p>
          <a:p>
            <a:pPr>
              <a:spcAft>
                <a:spcPts val="800"/>
              </a:spcAft>
              <a:defRPr sz="1800"/>
            </a:pPr>
            <a:r>
              <a:t>• Students know interview questions but struggle to practice consistently.</a:t>
            </a:r>
          </a:p>
          <a:p>
            <a:pPr>
              <a:spcAft>
                <a:spcPts val="800"/>
              </a:spcAft>
              <a:defRPr sz="1800"/>
            </a:pPr>
            <a:r>
              <a:t>• Human mock interviews are difficult to schedule.</a:t>
            </a:r>
          </a:p>
          <a:p>
            <a:pPr>
              <a:spcAft>
                <a:spcPts val="800"/>
              </a:spcAft>
              <a:defRPr sz="1800"/>
            </a:pPr>
            <a:r>
              <a:t>• Generic chatbots provide feedback, but the interview experience can feel less realistic.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Validation evidence:</a:t>
            </a:r>
          </a:p>
          <a:p>
            <a:pPr>
              <a:spcAft>
                <a:spcPts val="800"/>
              </a:spcAft>
              <a:defRPr sz="1800"/>
            </a:pPr>
            <a:r>
              <a:t>[Insert 2–3 interview quotes / observations from real users]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InterviewPilot is a 5-question AI interview session with an on-screen avatar.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Flow:</a:t>
            </a:r>
          </a:p>
          <a:p>
            <a:pPr>
              <a:spcAft>
                <a:spcPts val="800"/>
              </a:spcAft>
              <a:defRPr sz="1800"/>
            </a:pPr>
            <a:r>
              <a:t>Start → AI avatar asks → student answers → AI evaluates → next question → final summary.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MVP scope:</a:t>
            </a:r>
          </a:p>
          <a:p>
            <a:pPr>
              <a:spcAft>
                <a:spcPts val="800"/>
              </a:spcAft>
              <a:defRPr sz="1800"/>
            </a:pPr>
            <a:r>
              <a:t>• 5 questions</a:t>
            </a:r>
          </a:p>
          <a:p>
            <a:pPr>
              <a:spcAft>
                <a:spcPts val="800"/>
              </a:spcAft>
              <a:defRPr sz="1800"/>
            </a:pPr>
            <a:r>
              <a:t>• Role selection</a:t>
            </a:r>
          </a:p>
          <a:p>
            <a:pPr>
              <a:spcAft>
                <a:spcPts val="800"/>
              </a:spcAft>
              <a:defRPr sz="1800"/>
            </a:pPr>
            <a:r>
              <a:t>• Structured feedback + score</a:t>
            </a:r>
          </a:p>
          <a:p>
            <a:pPr>
              <a:spcAft>
                <a:spcPts val="800"/>
              </a:spcAft>
              <a:defRPr sz="1800"/>
            </a:pPr>
            <a:r>
              <a:t>• End-of-session summary</a:t>
            </a:r>
          </a:p>
          <a:p>
            <a:pPr>
              <a:spcAft>
                <a:spcPts val="800"/>
              </a:spcAft>
              <a:defRPr sz="1800"/>
            </a:pPr>
            <a:r>
              <a:t>• Quick usefulness/repeat-intent survey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Why the AI avatar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The avatar is not decoration; it creates an interviewer-like interaction.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It helps the user:</a:t>
            </a:r>
          </a:p>
          <a:p>
            <a:pPr>
              <a:spcAft>
                <a:spcPts val="800"/>
              </a:spcAft>
              <a:defRPr sz="1800"/>
            </a:pPr>
            <a:r>
              <a:t>• Enter an interview mindset</a:t>
            </a:r>
          </a:p>
          <a:p>
            <a:pPr>
              <a:spcAft>
                <a:spcPts val="800"/>
              </a:spcAft>
              <a:defRPr sz="1800"/>
            </a:pPr>
            <a:r>
              <a:t>• Receive questions one at a time</a:t>
            </a:r>
          </a:p>
          <a:p>
            <a:pPr>
              <a:spcAft>
                <a:spcPts val="800"/>
              </a:spcAft>
              <a:defRPr sz="1800"/>
            </a:pPr>
            <a:r>
              <a:t>• Get immediate feedback after answering</a:t>
            </a:r>
          </a:p>
          <a:p>
            <a:pPr>
              <a:spcAft>
                <a:spcPts val="800"/>
              </a:spcAft>
              <a:defRPr sz="1800"/>
            </a:pPr>
            <a:r>
              <a:t>• Practice repeatedly without scheduling another person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Transparency: users are explicitly told they are interacting with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Product decisions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Key decisions:</a:t>
            </a:r>
          </a:p>
          <a:p>
            <a:pPr>
              <a:spcAft>
                <a:spcPts val="800"/>
              </a:spcAft>
              <a:defRPr sz="1800"/>
            </a:pPr>
            <a:r>
              <a:t>• Narrow MVP to 5 questions to maximize completion.</a:t>
            </a:r>
          </a:p>
          <a:p>
            <a:pPr>
              <a:spcAft>
                <a:spcPts val="800"/>
              </a:spcAft>
              <a:defRPr sz="1800"/>
            </a:pPr>
            <a:r>
              <a:t>• Text-first avatar interface to ship quickly.</a:t>
            </a:r>
          </a:p>
          <a:p>
            <a:pPr>
              <a:spcAft>
                <a:spcPts val="800"/>
              </a:spcAft>
              <a:defRPr sz="1800"/>
            </a:pPr>
            <a:r>
              <a:t>• Structured feedback rather than a long generic explanation.</a:t>
            </a:r>
          </a:p>
          <a:p>
            <a:pPr>
              <a:spcAft>
                <a:spcPts val="800"/>
              </a:spcAft>
              <a:defRPr sz="1800"/>
            </a:pPr>
            <a:r>
              <a:t>• Start with students because they are easy to recruit for validation.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GTM test:</a:t>
            </a:r>
          </a:p>
          <a:p>
            <a:pPr>
              <a:spcAft>
                <a:spcPts val="800"/>
              </a:spcAft>
              <a:defRPr sz="1800"/>
            </a:pPr>
            <a:r>
              <a:t>• College WhatsApp/Telegram groups</a:t>
            </a:r>
          </a:p>
          <a:p>
            <a:pPr>
              <a:spcAft>
                <a:spcPts val="800"/>
              </a:spcAft>
              <a:defRPr sz="1800"/>
            </a:pPr>
            <a:r>
              <a:t>• Friends/classmates</a:t>
            </a:r>
          </a:p>
          <a:p>
            <a:pPr>
              <a:spcAft>
                <a:spcPts val="800"/>
              </a:spcAft>
              <a:defRPr sz="1800"/>
            </a:pPr>
            <a:r>
              <a:t>• LinkedIn student communities</a:t>
            </a:r>
          </a:p>
          <a:p>
            <a:pPr>
              <a:spcAft>
                <a:spcPts val="800"/>
              </a:spcAft>
              <a:defRPr sz="1800"/>
            </a:pPr>
            <a:r>
              <a:t>• Placement-preparation groups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CTA: “Try a 5-minute interview.”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Replace every placeholder with REAL results.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Invited: [N]</a:t>
            </a:r>
          </a:p>
          <a:p>
            <a:pPr>
              <a:spcAft>
                <a:spcPts val="800"/>
              </a:spcAft>
              <a:defRPr sz="1800"/>
            </a:pPr>
            <a:r>
              <a:t>Started: [N]</a:t>
            </a:r>
          </a:p>
          <a:p>
            <a:pPr>
              <a:spcAft>
                <a:spcPts val="800"/>
              </a:spcAft>
              <a:defRPr sz="1800"/>
            </a:pPr>
            <a:r>
              <a:t>Completed: [N]</a:t>
            </a:r>
          </a:p>
          <a:p>
            <a:pPr>
              <a:spcAft>
                <a:spcPts val="800"/>
              </a:spcAft>
              <a:defRPr sz="1800"/>
            </a:pPr>
            <a:r>
              <a:t>Completion rate: [N%]</a:t>
            </a:r>
          </a:p>
          <a:p>
            <a:pPr>
              <a:spcAft>
                <a:spcPts val="800"/>
              </a:spcAft>
              <a:defRPr sz="1800"/>
            </a:pPr>
            <a:r>
              <a:t>Average usefulness: [N/5]</a:t>
            </a:r>
          </a:p>
          <a:p>
            <a:pPr>
              <a:spcAft>
                <a:spcPts val="800"/>
              </a:spcAft>
              <a:defRPr sz="1800"/>
            </a:pPr>
            <a:r>
              <a:t>Would use again (Definitely/Probably): [N%]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Add 2–3 real user quotes.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Important: do not invent traction. Small but real evidence is better than fake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Template — replace with actual findings: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Users valued [specific feature] because [evidence].</a:t>
            </a:r>
          </a:p>
          <a:p>
            <a:pPr>
              <a:spcAft>
                <a:spcPts val="800"/>
              </a:spcAft>
              <a:defRPr sz="1800"/>
            </a:pPr>
            <a:r>
              <a:t>• Users struggled with [specific issue].</a:t>
            </a:r>
          </a:p>
          <a:p>
            <a:pPr>
              <a:spcAft>
                <a:spcPts val="800"/>
              </a:spcAft>
              <a:defRPr sz="1800"/>
            </a:pPr>
            <a:r>
              <a:t>• The strongest repeat-use signal was [metric].</a:t>
            </a:r>
          </a:p>
          <a:p>
            <a:pPr>
              <a:spcAft>
                <a:spcPts val="800"/>
              </a:spcAft>
              <a:defRPr sz="1800"/>
            </a:pPr>
            <a:r>
              <a:t>• The avatar changed [behavior/engagement] in [observed way].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What surprised us:</a:t>
            </a:r>
          </a:p>
          <a:p>
            <a:pPr>
              <a:spcAft>
                <a:spcPts val="800"/>
              </a:spcAft>
              <a:defRPr sz="1800"/>
            </a:pPr>
            <a:r>
              <a:t>[Insert one genuine learning]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Next 2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Experiment 1: [e.g., voice answers] → metric: completion rate</a:t>
            </a:r>
          </a:p>
          <a:p>
            <a:pPr>
              <a:spcAft>
                <a:spcPts val="800"/>
              </a:spcAft>
              <a:defRPr sz="1800"/>
            </a:pPr>
            <a:r>
              <a:t>Experiment 2: [e.g., role-specific question banks] → metric: repeat usage</a:t>
            </a:r>
          </a:p>
          <a:p>
            <a:pPr>
              <a:spcAft>
                <a:spcPts val="800"/>
              </a:spcAft>
              <a:defRPr sz="1800"/>
            </a:pPr>
            <a:r>
              <a:t>Experiment 3: [e.g., better feedback rubric] → metric: usefulness score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North-star direction:</a:t>
            </a:r>
          </a:p>
          <a:p>
            <a:pPr>
              <a:spcAft>
                <a:spcPts val="800"/>
              </a:spcAft>
              <a:defRPr sz="1800"/>
            </a:pPr>
            <a:r>
              <a:t>Build a repeatable 5-minute interview practice loop that students return to before real interviews.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Next milestone: [your credible target]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